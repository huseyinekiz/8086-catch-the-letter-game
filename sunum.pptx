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HARF YAKALAMA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20040" y="18288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OYUNU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" y="2788920"/>
            <a:ext cx="4114800" cy="457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8086 Assembly Dili Proje Sunumu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Hüseyin Ekiz  |  170424051  |  Nisan 2025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097280"/>
            <a:ext cx="2560320" cy="2560320"/>
          </a:xfrm>
          <a:prstGeom prst="rect">
            <a:avLst/>
          </a:prstGeom>
          <a:noFill/>
          <a:ln>
            <a:solidFill>
              <a:srgbClr val="1F3F6A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3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 100h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3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jmp start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3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10h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3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16h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3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main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 Özeti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920240" cy="3108960"/>
          </a:xfrm>
          <a:prstGeom prst="rect">
            <a:avLst/>
          </a:prstGeom>
          <a:solidFill>
            <a:srgbClr val="E8F4FD"/>
          </a:solidFill>
          <a:ln w="190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🎮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 Türü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zamanlı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 yakalama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0592" y="1280160"/>
            <a:ext cx="1920240" cy="3108960"/>
          </a:xfrm>
          <a:prstGeom prst="rect">
            <a:avLst/>
          </a:prstGeom>
          <a:solidFill>
            <a:srgbClr val="E8F4FD"/>
          </a:solidFill>
          <a:ln w="190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50592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50592" y="2606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8086 COM dosyası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emu8086 ortamı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6864" y="1280160"/>
            <a:ext cx="1920240" cy="3108960"/>
          </a:xfrm>
          <a:prstGeom prst="rect">
            <a:avLst/>
          </a:prstGeom>
          <a:solidFill>
            <a:srgbClr val="E8F4FD"/>
          </a:solidFill>
          <a:ln w="190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26864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26864" y="2606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Gizli kelimeyi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 harf tamamla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03136" y="1280160"/>
            <a:ext cx="1920240" cy="3108960"/>
          </a:xfrm>
          <a:prstGeom prst="rect">
            <a:avLst/>
          </a:prstGeom>
          <a:solidFill>
            <a:srgbClr val="E8F4FD"/>
          </a:solidFill>
          <a:ln w="190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03136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Özellik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03136" y="2606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Dinamik hız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skor sistemi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 D veya ← → ile sepeti kontrol et • ESC ile çıkış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Mimarisi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657600" cy="548640"/>
          </a:xfrm>
          <a:prstGeom prst="rect">
            <a:avLst/>
          </a:prstGeom>
          <a:solidFill>
            <a:srgbClr val="E8F4FD"/>
          </a:solidFill>
          <a:ln w="1016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07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Kelime Havuzu (word_pool)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byte · 4 kelime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856232"/>
            <a:ext cx="3657600" cy="548640"/>
          </a:xfrm>
          <a:prstGeom prst="rect">
            <a:avLst/>
          </a:prstGeom>
          <a:solidFill>
            <a:srgbClr val="DBEAFE"/>
          </a:solidFill>
          <a:ln w="1016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Kelime (target_word)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305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byte · seçilen kelime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523744"/>
            <a:ext cx="3657600" cy="548640"/>
          </a:xfrm>
          <a:prstGeom prst="rect">
            <a:avLst/>
          </a:prstGeom>
          <a:solidFill>
            <a:srgbClr val="E8F4FD"/>
          </a:solidFill>
          <a:ln w="1016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42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 Durumu (l1 / l2)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7980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4+4 byte · x, y, karakter, aktif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191256"/>
            <a:ext cx="3657600" cy="548640"/>
          </a:xfrm>
          <a:prstGeom prst="rect">
            <a:avLst/>
          </a:prstGeom>
          <a:solidFill>
            <a:srgbClr val="DBEAFE"/>
          </a:solidFill>
          <a:ln w="1016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095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&amp; Hız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4655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(word) · delay_outer (word)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58768"/>
            <a:ext cx="3657600" cy="548640"/>
          </a:xfrm>
          <a:prstGeom prst="rect">
            <a:avLst/>
          </a:prstGeom>
          <a:solidFill>
            <a:srgbClr val="E8F4FD"/>
          </a:solidFill>
          <a:ln w="10160">
            <a:solidFill>
              <a:srgbClr val="00A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770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RNG Tohumu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1330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· BIOS saati ile başlatılır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1143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Kullanılan Kesmeler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10h / 00h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508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modu ayarla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1892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10h / 02h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1892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İmleç konumlandır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22768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10h / 06h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 temizle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26609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10h / 09h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6609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Renkli karakter yaz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044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16h / 01h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30449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Tuş var mı? (beklemez)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16h / 00h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429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Tuş oku (bekler)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38130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1Ah / 00h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8130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saatini oku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41970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21h / 09h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4197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string yaz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5811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20h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45811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Programı sonlandır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Oyun Döngüsü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2004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4114800" cy="822960"/>
          </a:xfrm>
          <a:prstGeom prst="rect">
            <a:avLst/>
          </a:prstGeom>
          <a:solidFill>
            <a:srgbClr val="0F2A45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1207008"/>
            <a:ext cx="502920" cy="5029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game_state Kontrol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35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Kazanma/kaybetme durumunu sınar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114800" cy="822960"/>
          </a:xfrm>
          <a:prstGeom prst="rect">
            <a:avLst/>
          </a:prstGeom>
          <a:solidFill>
            <a:srgbClr val="0F2A45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2167128"/>
            <a:ext cx="502920" cy="5029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ClearPlayArea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3957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Sadece oyun alanını temizler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822960"/>
          </a:xfrm>
          <a:prstGeom prst="rect">
            <a:avLst/>
          </a:prstGeom>
          <a:solidFill>
            <a:srgbClr val="0F2A45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3127248"/>
            <a:ext cx="502920" cy="5029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017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DrawUI + DrawBasket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3558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ve sepeti yeniden çizer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4114800" cy="822960"/>
          </a:xfrm>
          <a:prstGeom prst="rect">
            <a:avLst/>
          </a:prstGeom>
          <a:solidFill>
            <a:srgbClr val="0F2A45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4087368"/>
            <a:ext cx="502920" cy="5029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977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DrawLetters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315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Aktif harfleri ekrana basar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4114800" cy="822960"/>
          </a:xfrm>
          <a:prstGeom prst="rect">
            <a:avLst/>
          </a:prstGeom>
          <a:solidFill>
            <a:srgbClr val="0F2A45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1207008"/>
            <a:ext cx="502920" cy="5029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CheckInput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1435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A/D/ESC tuşlarını işler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011680"/>
            <a:ext cx="4114800" cy="822960"/>
          </a:xfrm>
          <a:prstGeom prst="rect">
            <a:avLst/>
          </a:prstGeom>
          <a:solidFill>
            <a:srgbClr val="0F2A45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2167128"/>
            <a:ext cx="502920" cy="5029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UpdateLetters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3957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Harfleri indirir, çarpışma tespiti yapar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4114800" cy="822960"/>
          </a:xfrm>
          <a:prstGeom prst="rect">
            <a:avLst/>
          </a:prstGeom>
          <a:solidFill>
            <a:srgbClr val="0F2A45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18888" y="3127248"/>
            <a:ext cx="502920" cy="5029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94960" y="3017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UpdateSpeed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33558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Skora göre delay_outer günceller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931920"/>
            <a:ext cx="4114800" cy="822960"/>
          </a:xfrm>
          <a:prstGeom prst="rect">
            <a:avLst/>
          </a:prstGeom>
          <a:solidFill>
            <a:srgbClr val="0F2A45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18888" y="4087368"/>
            <a:ext cx="502920" cy="50292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0" y="3977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DoDelay → jmp loop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43159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Bekleme ve döngüye dönüş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Algoritmalar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160520" cy="1737360"/>
          </a:xfrm>
          <a:prstGeom prst="rect">
            <a:avLst/>
          </a:prstGeom>
          <a:solidFill>
            <a:srgbClr val="E8F4FD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 Rastgele Sayı Üreteci (LCG)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" y="1664208"/>
            <a:ext cx="39319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642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= (seed × 25173 + 13849) mod 65536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20370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 INT 1Ah ile başlatılan tohum kullanılır. Harici kütüphane gerekmez.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90872" y="1143000"/>
            <a:ext cx="4160520" cy="1737360"/>
          </a:xfrm>
          <a:prstGeom prst="rect">
            <a:avLst/>
          </a:prstGeom>
          <a:solidFill>
            <a:srgbClr val="E8F4FD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28032" y="12344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Ağırlıklı Harf Üretimi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664208"/>
            <a:ext cx="39319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642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≤ 75 → hedef harf   |   AL &gt; 75 → A-Z rastgele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28032" y="220370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harf ~%29 olasılıkla seçilir; oyun oynanabilir kalır.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063240"/>
            <a:ext cx="4160520" cy="1737360"/>
          </a:xfrm>
          <a:prstGeom prst="rect">
            <a:avLst/>
          </a:prstGeom>
          <a:solidFill>
            <a:srgbClr val="E8F4FD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1546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Çarpışma Tespiti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" y="3584448"/>
            <a:ext cx="39319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58444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basket_x - 1 ≤ letter_x ≤ basket_x + 1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12394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karakterlik sepet boyutu ile tam örtüşen basit aralık kontrolü.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3063240"/>
            <a:ext cx="4160520" cy="1737360"/>
          </a:xfrm>
          <a:prstGeom prst="rect">
            <a:avLst/>
          </a:prstGeom>
          <a:solidFill>
            <a:srgbClr val="E8F4FD"/>
          </a:solidFill>
          <a:ln w="1524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31546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Dinamik Hız Kontrolü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3584448"/>
            <a:ext cx="39319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58444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delay_outer = max(10,  50 − floor(score/10)×10)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28032" y="412394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10 puanda delay 10 azalır. Minimum delay = 10 (sınır).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Puan Sistemi &amp; Oyun Mekaniği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943600" cy="685800"/>
          </a:xfrm>
          <a:prstGeom prst="rect">
            <a:avLst/>
          </a:prstGeom>
          <a:solidFill>
            <a:srgbClr val="E8F4FD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 harf yakalandı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280160"/>
            <a:ext cx="10058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5943600" cy="685800"/>
          </a:xfrm>
          <a:prstGeom prst="rect">
            <a:avLst/>
          </a:prstGeom>
          <a:solidFill>
            <a:srgbClr val="E8F4FD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9339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0848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Yanlış harf yakalandı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2084832"/>
            <a:ext cx="10058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8483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4320" y="2798064"/>
            <a:ext cx="5943600" cy="685800"/>
          </a:xfrm>
          <a:prstGeom prst="rect">
            <a:avLst/>
          </a:prstGeom>
          <a:solidFill>
            <a:srgbClr val="E8F4FD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98064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288950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harf ıskalandı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2889504"/>
            <a:ext cx="10058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88950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4320" y="3602736"/>
            <a:ext cx="5943600" cy="685800"/>
          </a:xfrm>
          <a:prstGeom prst="rect">
            <a:avLst/>
          </a:prstGeom>
          <a:solidFill>
            <a:srgbClr val="E8F4FD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02736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➖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369417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dışı harf ıskalandı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3694176"/>
            <a:ext cx="1005840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69417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±0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7432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Bitiş Koşulları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7731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5 harf tamamlandı → KAZANDIN!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50109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💀 Skor 0 altına düştü → KAYBETTİN!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434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 Skalası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4754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puan → delay 50 (yavaş)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50017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puan → delay 40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52486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puan → delay 30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54955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puan → delay 20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57424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40+ puan → delay 10 (hızlı)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 Ekranı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22860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303520" cy="3657600"/>
          </a:xfrm>
          <a:prstGeom prst="rect">
            <a:avLst/>
          </a:prstGeom>
          <a:solidFill>
            <a:srgbClr val="000000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HEDEF: E                    SKOR: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KELIME: E ? ? ? ?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|                   |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2768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|        K           |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|                   |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8437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|    E               |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|                   |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410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|                   |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69417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|                   |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|                   |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2611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|       \_ /         |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834640" cy="3657600"/>
          </a:xfrm>
          <a:prstGeom prst="rect">
            <a:avLst/>
          </a:prstGeom>
          <a:solidFill>
            <a:srgbClr val="0F2A45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15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 Sabitleri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5544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 Alanı: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43800" y="155448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x:21–59  y:1–23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0574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Sepet: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43800" y="20574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karakter (\_ /)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5603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Maks. Eş Harf: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43800" y="25603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adet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0632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Spawn Koşulu: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0" y="306324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y ≥ 6 olunca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5661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Harf ~%: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43800" y="356616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%29 olasılık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0690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Sınırlar (X):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43800" y="406908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Sol:22  Sağ:58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Sonuç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743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8086 Assembly ile tam çalışan bir oyun geliştirildi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0299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BIOS / DOS kesmeleri uygulamalı olarak kullanıldı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59689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Dinamik hız ve skor sistemi başarıyla uygulandı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16382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2 eş zamanlı harf ve çarpışma tespiti çalışıyor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7307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Rastgele kelime seçimi ve ağırlıklı harf üretimi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Geliştirilebilecek Özellikler: Renk desteği  ·  Ses efektleri  ·  Yüksek skor tablosu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617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Harf Yakalama Oyunu</dc:title>
  <dc:subject>PptxGenJS Presentation</dc:subject>
  <dc:creator>PptxGenJS</dc:creator>
  <cp:lastModifiedBy>PptxGenJS</cp:lastModifiedBy>
  <cp:revision>1</cp:revision>
  <dcterms:created xsi:type="dcterms:W3CDTF">2026-04-26T17:22:46Z</dcterms:created>
  <dcterms:modified xsi:type="dcterms:W3CDTF">2026-04-26T17:22:46Z</dcterms:modified>
</cp:coreProperties>
</file>